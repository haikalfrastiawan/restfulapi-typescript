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y="5143500" cx="9144000"/>
  <p:notesSz cx="6858000" cy="9144000"/>
  <p:embeddedFontLst>
    <p:embeddedFont>
      <p:font typeface="Raleway"/>
      <p:regular r:id="rId68"/>
      <p:bold r:id="rId69"/>
      <p:italic r:id="rId70"/>
      <p:boldItalic r:id="rId71"/>
    </p:embeddedFont>
    <p:embeddedFont>
      <p:font typeface="Lato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Lato-bold.fntdata"/><Relationship Id="rId72" Type="http://schemas.openxmlformats.org/officeDocument/2006/relationships/font" Target="fonts/Lato-regular.fntdata"/><Relationship Id="rId31" Type="http://schemas.openxmlformats.org/officeDocument/2006/relationships/slide" Target="slides/slide25.xml"/><Relationship Id="rId75" Type="http://schemas.openxmlformats.org/officeDocument/2006/relationships/font" Target="fonts/Lato-boldItalic.fntdata"/><Relationship Id="rId30" Type="http://schemas.openxmlformats.org/officeDocument/2006/relationships/slide" Target="slides/slide24.xml"/><Relationship Id="rId74" Type="http://schemas.openxmlformats.org/officeDocument/2006/relationships/font" Target="fonts/Lato-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aleway-boldItalic.fntdata"/><Relationship Id="rId70" Type="http://schemas.openxmlformats.org/officeDocument/2006/relationships/font" Target="fonts/Raleway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aleway-regular.fntdata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aleway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4a6e56e9c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4a6e56e9c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4a6e56e9c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4a6e56e9c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4a6e56e9c0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4a6e56e9c0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4a6e56e9c0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4a6e56e9c0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a6e56e9c0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4a6e56e9c0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4a6e56e9c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4a6e56e9c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4a6e56e9c0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4a6e56e9c0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4a6e56e9c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4a6e56e9c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4a6e56e9c0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4a6e56e9c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4a6e56e9c0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4a6e56e9c0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a6e56e9c0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4a6e56e9c0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4a6e56e9c0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4a6e56e9c0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4a6e56e9c0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4a6e56e9c0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4a6e56e9c0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4a6e56e9c0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71acab44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271acab4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271acab443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271acab44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271acab443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271acab443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271acab44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271acab44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71acab443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271acab443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71acab443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271acab443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271acab443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271acab443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71acab443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271acab443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271acab443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271acab443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69de56c67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69de56c67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271acab443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271acab443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9de56c67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69de56c67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69de56c67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69de56c67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4a6e56e9c0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4a6e56e9c0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4a6e56e9c0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4a6e56e9c0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a6e56e9c0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4a6e56e9c0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4ee8bba13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4ee8bba13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69de56c67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69de56c67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9de56c67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69de56c67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4a6e56e9c0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4a6e56e9c0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4a6e56e9c0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4a6e56e9c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4a6e56e9c0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4a6e56e9c0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2703591d2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2703591d2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2703591d2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2703591d2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2703591d2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2703591d2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2703591d2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2703591d2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2703591d2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2703591d2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4a6e56e9c0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4a6e56e9c0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4a6e56e9c0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4a6e56e9c0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6a1496ce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6a1496ce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4a6e56e9c0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4a6e56e9c0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4a6e56e9c0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4a6e56e9c0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4a6e56e9c0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4a6e56e9c0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4a6e56e9c0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4a6e56e9c0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4a6e56e9c0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4a6e56e9c0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4a6e56e9c0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4a6e56e9c0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4a6e56e9c0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4a6e56e9c0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4a6e56e9c0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4a6e56e9c0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4a6e56e9c0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4a6e56e9c0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4a6e56e9c0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4a6e56e9c0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4a6e56e9c0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4a6e56e9c0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4a6e56e9c0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4a6e56e9c0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4a6e56e9c0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4a6e56e9c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4a6e56e9c0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4a6e56e9c0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6a115a7e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6a115a7e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4a6e56e9c0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4a6e56e9c0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npmjs.com/package/expres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prisma.io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npmjs.com/package/winsto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npmjs.com/package/bcryp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npmjs.com/package/jes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babeljs.io/setup#installation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jestjs.io/docs/getting-started#using-typescrip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npmjs.com/package/supertes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npmjs.com/package/typescrip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prisma.io/docs/concepts/components/prisma-client/working-with-prismaclient/logging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pmjs.com/package/uuid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TypeScript RESTful API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6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13+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Kelas JavaScript dari Programmer Zaman 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Kelas MySQL dari Programmer Zaman 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Kelas NodeJS dari Programmer Zaman 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Kelas TypeScript dari Programmer Zaman Now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Requirement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Requirement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kelas ini, kita akan coba membuat RESTful API untuk Contact Management, dimana RESTful API yang akan kita buat memiliki fitur sebagai berikut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User Management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Contact Management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Address Management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 Management Requirement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 Data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Username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Password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 API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Register User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Login User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Update User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Get User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Logout User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Contact Management Requirement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Contact Data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First Name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Last Name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Phone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Contact API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Create Contact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Update Contact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Get Contact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Search Contact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Remove Contact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Address Management Requirement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Contact Address Data</a:t>
            </a:r>
            <a:endParaRPr/>
          </a:p>
        </p:txBody>
      </p: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Street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Province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Country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Postal Code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Address API</a:t>
            </a:r>
            <a:endParaRPr/>
          </a:p>
        </p:txBody>
      </p:sp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Create Address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Update Address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Get Address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List Address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Remove Address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Buat folder belajar-typescript-restful-api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init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Package Zod</a:t>
            </a:r>
            <a:endParaRPr/>
          </a:p>
        </p:txBody>
      </p:sp>
      <p:sp>
        <p:nvSpPr>
          <p:cNvPr id="262" name="Google Shape;262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zod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Package ExpressJS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express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@types/express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https://www.npmjs.com/package/express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Package Prisma</a:t>
            </a:r>
            <a:endParaRPr/>
          </a:p>
        </p:txBody>
      </p:sp>
      <p:sp>
        <p:nvSpPr>
          <p:cNvPr id="274" name="Google Shape;274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prisma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https://www.prisma.io/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Package Winston</a:t>
            </a:r>
            <a:endParaRPr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winston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https://www.npmjs.com/package/winston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Package BCrypt</a:t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bcrypt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@types/bcrypt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160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https://www.npmjs.com/package/bcrypt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Library Jest untuk Unit Test</a:t>
            </a:r>
            <a:endParaRPr/>
          </a:p>
        </p:txBody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jest @types/jest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https://www.npmjs.com/package/jest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Library Babel</a:t>
            </a:r>
            <a:endParaRPr/>
          </a:p>
        </p:txBody>
      </p:sp>
      <p:sp>
        <p:nvSpPr>
          <p:cNvPr id="298" name="Google Shape;298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babel-jest @babel/preset-env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https://babeljs.io/setup#installation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TypeScript untuk Jest</a:t>
            </a:r>
            <a:endParaRPr/>
          </a:p>
        </p:txBody>
      </p:sp>
      <p:sp>
        <p:nvSpPr>
          <p:cNvPr id="304" name="Google Shape;304;p4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@babel/preset-typescript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@jest/globals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https://jestjs.io/docs/getting-started#using-typescript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Library Supertest</a:t>
            </a:r>
            <a:endParaRPr/>
          </a:p>
        </p:txBody>
      </p:sp>
      <p:sp>
        <p:nvSpPr>
          <p:cNvPr id="310" name="Google Shape;310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supertest @types/supertest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https://www.npmjs.com/package/supertest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TypeScript</a:t>
            </a:r>
            <a:endParaRPr/>
          </a:p>
        </p:txBody>
      </p:sp>
      <p:sp>
        <p:nvSpPr>
          <p:cNvPr id="316" name="Google Shape;316;p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typescript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https://www.npmjs.com/package/typescript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TypeScript Project</a:t>
            </a:r>
            <a:endParaRPr/>
          </a:p>
        </p:txBody>
      </p:sp>
      <p:sp>
        <p:nvSpPr>
          <p:cNvPr id="322" name="Google Shape;322;p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npx tsc --init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Semua konfigurasi akan dibuat di file tsconfig.json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Ubah “module” menjadi “commonjs”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Ubah "moduleResolution" menjadi "Node"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Tambahkan include src/**/*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Ubah outDir menjadi “./dist”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 API Spec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Contact API Spec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Address API Spec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Database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Database</a:t>
            </a:r>
            <a:endParaRPr/>
          </a:p>
        </p:txBody>
      </p:sp>
      <p:sp>
        <p:nvSpPr>
          <p:cNvPr id="348" name="Google Shape;348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Buatlah database belajar_typescript_restful_api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Prisma</a:t>
            </a:r>
            <a:endParaRPr/>
          </a:p>
        </p:txBody>
      </p:sp>
      <p:sp>
        <p:nvSpPr>
          <p:cNvPr id="354" name="Google Shape;354;p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npx prisma init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 Model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Contact Model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Address Model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Project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Setup Prisma</a:t>
            </a:r>
            <a:endParaRPr/>
          </a:p>
        </p:txBody>
      </p:sp>
      <p:pic>
        <p:nvPicPr>
          <p:cNvPr id="380" name="Google Shape;38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126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Setup Winston</a:t>
            </a:r>
            <a:endParaRPr/>
          </a:p>
        </p:txBody>
      </p:sp>
      <p:pic>
        <p:nvPicPr>
          <p:cNvPr id="386" name="Google Shape;38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5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Setup Express</a:t>
            </a:r>
            <a:endParaRPr/>
          </a:p>
        </p:txBody>
      </p:sp>
      <p:pic>
        <p:nvPicPr>
          <p:cNvPr id="392" name="Google Shape;39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2" cy="1509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Prisma Log</a:t>
            </a:r>
            <a:endParaRPr/>
          </a:p>
        </p:txBody>
      </p:sp>
      <p:sp>
        <p:nvSpPr>
          <p:cNvPr id="398" name="Google Shape;398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https://www.prisma.io/docs/concepts/components/prisma-client/working-with-prismaclient/logging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Register User API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Login User API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Package UUID</a:t>
            </a:r>
            <a:endParaRPr/>
          </a:p>
        </p:txBody>
      </p:sp>
      <p:sp>
        <p:nvSpPr>
          <p:cNvPr id="414" name="Google Shape;414;p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uuid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@types/uuid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https://www.npmjs.com/package/uuid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Get User API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Update User API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Logout User API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Create Contact API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Get Contact API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Update Contact API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Remove Contact API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Search Contact API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Create Address API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Get Address API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Update Address API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Remove Address API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List Address API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Distribution File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Manual Test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Penutup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